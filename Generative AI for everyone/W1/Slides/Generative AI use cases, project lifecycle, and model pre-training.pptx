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8E8397-6F21-6B83-023D-65F3395848BE}" v="7" dt="2026-02-19T07:12:33.5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3"/>
    <p:restoredTop sz="94689"/>
  </p:normalViewPr>
  <p:slideViewPr>
    <p:cSldViewPr snapToGrid="0" snapToObjects="1">
      <p:cViewPr varScale="1">
        <p:scale>
          <a:sx n="79" d="100"/>
          <a:sy n="79" d="100"/>
        </p:scale>
        <p:origin x="65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Antonini" userId="144364eadc3a63b7" providerId="Windows Live" clId="Web-{F88E8397-6F21-6B83-023D-65F3395848BE}"/>
    <pc:docChg chg="modSld">
      <pc:chgData name="Fabio Antonini" userId="144364eadc3a63b7" providerId="Windows Live" clId="Web-{F88E8397-6F21-6B83-023D-65F3395848BE}" dt="2026-02-19T07:12:33.588" v="4" actId="1076"/>
      <pc:docMkLst>
        <pc:docMk/>
      </pc:docMkLst>
      <pc:sldChg chg="modSp">
        <pc:chgData name="Fabio Antonini" userId="144364eadc3a63b7" providerId="Windows Live" clId="Web-{F88E8397-6F21-6B83-023D-65F3395848BE}" dt="2026-02-19T07:12:33.588" v="4" actId="1076"/>
        <pc:sldMkLst>
          <pc:docMk/>
          <pc:sldMk cId="0" sldId="257"/>
        </pc:sldMkLst>
        <pc:spChg chg="mod">
          <ac:chgData name="Fabio Antonini" userId="144364eadc3a63b7" providerId="Windows Live" clId="Web-{F88E8397-6F21-6B83-023D-65F3395848BE}" dt="2026-02-19T07:12:31.306" v="3" actId="1076"/>
          <ac:spMkLst>
            <pc:docMk/>
            <pc:sldMk cId="0" sldId="257"/>
            <ac:spMk id="5" creationId="{3E2C7848-D0C0-9848-A987-4617A90B8B9B}"/>
          </ac:spMkLst>
        </pc:spChg>
        <pc:picChg chg="mod">
          <ac:chgData name="Fabio Antonini" userId="144364eadc3a63b7" providerId="Windows Live" clId="Web-{F88E8397-6F21-6B83-023D-65F3395848BE}" dt="2026-02-19T07:12:33.588" v="4" actId="1076"/>
          <ac:picMkLst>
            <pc:docMk/>
            <pc:sldMk cId="0" sldId="257"/>
            <ac:picMk id="2050" creationId="{69213D12-B24B-57DB-C869-88BF3C67EC3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7B1EE1-1AEA-4440-87BE-DE72A3438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2CB1321-3DF3-E143-937C-0347917AE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1EF6746-B3F1-7E39-8021-8AA1C9DC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B1F0B7-44B5-4D2F-9125-67446863D060}" type="datetimeFigureOut">
              <a:rPr lang="it-IT"/>
              <a:pPr>
                <a:defRPr/>
              </a:pPr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DAFDFCC-888F-0BD3-DD7E-849ECC6C5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7075802-E23A-7FB8-3B21-2CF5A495F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4857DD-B3AB-4A54-BFCC-7DF8343CDADA}" type="slidenum">
              <a:rPr lang="it-IT" altLang="en-US"/>
              <a:pPr/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214883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E8F245-97CF-4E47-9193-524967E91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BB4E63-6C0C-C548-A31F-DBD5C2793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59CD8CA-6796-24C4-3903-E677D495F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017306-0DE4-4D9C-87BB-B683AE2394A6}" type="datetimeFigureOut">
              <a:rPr lang="it-IT"/>
              <a:pPr>
                <a:defRPr/>
              </a:pPr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CD46AC5-9C11-0033-7178-B841204C5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4D430D9-0BB3-BE88-6DE1-0A02D888A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70B4BC-6684-4296-A761-E19DA8560E31}" type="slidenum">
              <a:rPr lang="it-IT" altLang="en-US"/>
              <a:pPr/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3454142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EBF54F-A335-FB4A-B02A-28BE21347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01111F4-75D0-7D4C-B110-1C6F960E7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83A8E00-14D7-DDC0-AD74-C52AFB32E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1CAF91-86DF-40A9-AD57-A83DC1A11B50}" type="datetimeFigureOut">
              <a:rPr lang="it-IT"/>
              <a:pPr>
                <a:defRPr/>
              </a:pPr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C1742C9-BB9F-0CC8-6133-BD7EF406C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B46539C-4039-B650-068B-68C31AC21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F9C684-5CB6-4E84-8CA6-1D592F496203}" type="slidenum">
              <a:rPr lang="it-IT" altLang="en-US"/>
              <a:pPr/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2675757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B302DD-2881-7F49-9CE2-7A2F6A70C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A1AFA74-D806-6F47-B5CE-EDCCBB26BC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51525B6-47BC-CC42-A76B-B7484F9B8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3">
            <a:extLst>
              <a:ext uri="{FF2B5EF4-FFF2-40B4-BE49-F238E27FC236}">
                <a16:creationId xmlns:a16="http://schemas.microsoft.com/office/drawing/2014/main" id="{F7377810-AB2E-880A-7C88-E751EEDF6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8D188E-967D-42A0-BE94-C0F3CC6DA39F}" type="datetimeFigureOut">
              <a:rPr lang="it-IT"/>
              <a:pPr>
                <a:defRPr/>
              </a:pPr>
              <a:t>18/02/2026</a:t>
            </a:fld>
            <a:endParaRPr lang="it-IT"/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D6D99688-0338-7A13-FF7B-B68C3664E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87256B42-C705-D61E-223A-6DA1EA78D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49D19C-F16D-453E-9150-2296C70E2462}" type="slidenum">
              <a:rPr lang="it-IT" altLang="en-US"/>
              <a:pPr/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2703179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354986-3F2B-434A-A9D8-C5C00E3AC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B580444-ABE1-8747-803F-145BE421F1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D5AF291-27FD-994F-922A-650E53B21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56964B7-9FB1-794E-AD0F-260B8642F6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E022E4FC-C755-9345-B524-38870D8554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3">
            <a:extLst>
              <a:ext uri="{FF2B5EF4-FFF2-40B4-BE49-F238E27FC236}">
                <a16:creationId xmlns:a16="http://schemas.microsoft.com/office/drawing/2014/main" id="{08B98498-776A-DD1E-F53F-1CFBFC73E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1C30A9-510A-48B6-97A1-75C84E76319D}" type="datetimeFigureOut">
              <a:rPr lang="it-IT"/>
              <a:pPr>
                <a:defRPr/>
              </a:pPr>
              <a:t>18/02/2026</a:t>
            </a:fld>
            <a:endParaRPr lang="it-IT"/>
          </a:p>
        </p:txBody>
      </p:sp>
      <p:sp>
        <p:nvSpPr>
          <p:cNvPr id="8" name="Segnaposto piè di pagina 4">
            <a:extLst>
              <a:ext uri="{FF2B5EF4-FFF2-40B4-BE49-F238E27FC236}">
                <a16:creationId xmlns:a16="http://schemas.microsoft.com/office/drawing/2014/main" id="{5AEBB7A1-089A-E9DD-C01E-6459B5736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Segnaposto numero diapositiva 5">
            <a:extLst>
              <a:ext uri="{FF2B5EF4-FFF2-40B4-BE49-F238E27FC236}">
                <a16:creationId xmlns:a16="http://schemas.microsoft.com/office/drawing/2014/main" id="{3A9B0856-F727-0109-C71F-A6558F487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7EA17C-D336-43CC-AC8F-D077B0EDCC54}" type="slidenum">
              <a:rPr lang="it-IT" altLang="en-US"/>
              <a:pPr/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1211317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564C79-E57F-CC4D-B39E-0843C1C5D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3">
            <a:extLst>
              <a:ext uri="{FF2B5EF4-FFF2-40B4-BE49-F238E27FC236}">
                <a16:creationId xmlns:a16="http://schemas.microsoft.com/office/drawing/2014/main" id="{90F323C3-16C4-2ABF-5696-7AB3BD2E5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677834-6D9D-4760-A842-9CB36641D0D4}" type="datetimeFigureOut">
              <a:rPr lang="it-IT"/>
              <a:pPr>
                <a:defRPr/>
              </a:pPr>
              <a:t>18/02/2026</a:t>
            </a:fld>
            <a:endParaRPr lang="it-IT"/>
          </a:p>
        </p:txBody>
      </p:sp>
      <p:sp>
        <p:nvSpPr>
          <p:cNvPr id="4" name="Segnaposto piè di pagina 4">
            <a:extLst>
              <a:ext uri="{FF2B5EF4-FFF2-40B4-BE49-F238E27FC236}">
                <a16:creationId xmlns:a16="http://schemas.microsoft.com/office/drawing/2014/main" id="{0CEBC6CA-740D-1639-6648-730C637A9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5">
            <a:extLst>
              <a:ext uri="{FF2B5EF4-FFF2-40B4-BE49-F238E27FC236}">
                <a16:creationId xmlns:a16="http://schemas.microsoft.com/office/drawing/2014/main" id="{74D5EED4-E947-A991-0AB5-AC19641C4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182779-D449-4889-9DD8-D1F76475946B}" type="slidenum">
              <a:rPr lang="it-IT" altLang="en-US"/>
              <a:pPr/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3933809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52B3CFFE-EDC6-8AA0-11D7-015D3548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A03497-628E-4DEC-907C-EB9C22BAE0EA}" type="datetimeFigureOut">
              <a:rPr lang="it-IT"/>
              <a:pPr>
                <a:defRPr/>
              </a:pPr>
              <a:t>18/02/2026</a:t>
            </a:fld>
            <a:endParaRPr lang="it-IT"/>
          </a:p>
        </p:txBody>
      </p:sp>
      <p:sp>
        <p:nvSpPr>
          <p:cNvPr id="3" name="Segnaposto piè di pagina 4">
            <a:extLst>
              <a:ext uri="{FF2B5EF4-FFF2-40B4-BE49-F238E27FC236}">
                <a16:creationId xmlns:a16="http://schemas.microsoft.com/office/drawing/2014/main" id="{83898CC4-9C66-33FB-2A84-76CA91CC4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478CE4C9-B18F-8EA7-196F-8E7D48DEE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8C38AD-6F09-49F1-828C-7C1969E7804D}" type="slidenum">
              <a:rPr lang="it-IT" altLang="en-US"/>
              <a:pPr/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2532031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E686AD7-0F14-5C48-81B2-5CEC7B44B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50A247-D3CB-DC44-87BE-92587B73B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79A30FA-BDEE-4149-823E-F4C81CAB2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3">
            <a:extLst>
              <a:ext uri="{FF2B5EF4-FFF2-40B4-BE49-F238E27FC236}">
                <a16:creationId xmlns:a16="http://schemas.microsoft.com/office/drawing/2014/main" id="{0D2978C9-0C1D-B698-3096-2645196A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BBFBBC-5EAE-498B-AFFC-15A340D510AE}" type="datetimeFigureOut">
              <a:rPr lang="it-IT"/>
              <a:pPr>
                <a:defRPr/>
              </a:pPr>
              <a:t>18/02/2026</a:t>
            </a:fld>
            <a:endParaRPr lang="it-IT"/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65E4ED55-74EA-68E0-763A-7804CA15E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D4DE382C-038A-940A-9433-6DEDA1F4F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110513-C08B-4FBE-87B4-B78D5A4F1FB2}" type="slidenum">
              <a:rPr lang="it-IT" altLang="en-US"/>
              <a:pPr/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3359218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8F25F2-4362-1447-AE75-F04DB2A86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8D14C07-7FE8-664E-9F92-E58F1A4A7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B62212C-4AA9-A14C-B79A-DAA1D68D4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3">
            <a:extLst>
              <a:ext uri="{FF2B5EF4-FFF2-40B4-BE49-F238E27FC236}">
                <a16:creationId xmlns:a16="http://schemas.microsoft.com/office/drawing/2014/main" id="{7640C4A0-4D96-6BFA-92D1-40FAA09D1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DCB825-D441-410C-A2FA-61BE04EEB233}" type="datetimeFigureOut">
              <a:rPr lang="it-IT"/>
              <a:pPr>
                <a:defRPr/>
              </a:pPr>
              <a:t>18/02/2026</a:t>
            </a:fld>
            <a:endParaRPr lang="it-IT"/>
          </a:p>
        </p:txBody>
      </p:sp>
      <p:sp>
        <p:nvSpPr>
          <p:cNvPr id="6" name="Segnaposto piè di pagina 4">
            <a:extLst>
              <a:ext uri="{FF2B5EF4-FFF2-40B4-BE49-F238E27FC236}">
                <a16:creationId xmlns:a16="http://schemas.microsoft.com/office/drawing/2014/main" id="{C18C9E55-A88A-5F1A-032B-1FAD739BF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5">
            <a:extLst>
              <a:ext uri="{FF2B5EF4-FFF2-40B4-BE49-F238E27FC236}">
                <a16:creationId xmlns:a16="http://schemas.microsoft.com/office/drawing/2014/main" id="{F15BD304-D771-36A3-E870-2AB6E22AF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282248-66C1-48E5-A2F2-C27A4368A92E}" type="slidenum">
              <a:rPr lang="it-IT" altLang="en-US"/>
              <a:pPr/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843987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BFDCAB-845C-DC4D-990B-862E310CE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7394BF1-4593-8340-B182-73F3B6B91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945BEED-A012-C33C-B6D1-B5ABD1513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300E2C-FD95-4F02-B2DF-42B1C35B50DC}" type="datetimeFigureOut">
              <a:rPr lang="it-IT"/>
              <a:pPr>
                <a:defRPr/>
              </a:pPr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E167CD9-6232-DDE0-F1A1-8E5382BAF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F7D4A65-999A-1327-EF39-FC7081D4C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F8B7E-2E80-48B4-A620-CB896148D02C}" type="slidenum">
              <a:rPr lang="it-IT" altLang="en-US"/>
              <a:pPr/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4062050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A49C38E-A44E-3A40-ADB2-EFDB7FF2DE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0F9522F-3348-8641-9915-5ED8F2062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2128BAE-41CF-1660-F44B-EF49D27EC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11420D-2EA8-47BA-9994-53FF36333369}" type="datetimeFigureOut">
              <a:rPr lang="it-IT"/>
              <a:pPr>
                <a:defRPr/>
              </a:pPr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7F46678-8339-190F-9718-715FE351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480433C-1C95-BDA8-45D6-5B982B94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D8FEF8-3864-4AF3-8D37-B20E2678992A}" type="slidenum">
              <a:rPr lang="it-IT" altLang="en-US"/>
              <a:pPr/>
              <a:t>‹#›</a:t>
            </a:fld>
            <a:endParaRPr lang="it-IT" altLang="en-US"/>
          </a:p>
        </p:txBody>
      </p:sp>
    </p:spTree>
    <p:extLst>
      <p:ext uri="{BB962C8B-B14F-4D97-AF65-F5344CB8AC3E}">
        <p14:creationId xmlns:p14="http://schemas.microsoft.com/office/powerpoint/2010/main" val="3728930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egnaposto titolo 1">
            <a:extLst>
              <a:ext uri="{FF2B5EF4-FFF2-40B4-BE49-F238E27FC236}">
                <a16:creationId xmlns:a16="http://schemas.microsoft.com/office/drawing/2014/main" id="{F35F9FCF-25C5-4A38-8577-EFFD86A342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/>
              <a:t>Fare clic per modificare lo stile del titolo dello schema</a:t>
            </a:r>
          </a:p>
        </p:txBody>
      </p:sp>
      <p:sp>
        <p:nvSpPr>
          <p:cNvPr id="1027" name="Segnaposto testo 2">
            <a:extLst>
              <a:ext uri="{FF2B5EF4-FFF2-40B4-BE49-F238E27FC236}">
                <a16:creationId xmlns:a16="http://schemas.microsoft.com/office/drawing/2014/main" id="{75C122AA-06FF-79F8-995E-2141759035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en-US"/>
              <a:t>Fare clic per modificare gli stili del testo dello schema</a:t>
            </a:r>
          </a:p>
          <a:p>
            <a:pPr lvl="1"/>
            <a:r>
              <a:rPr lang="it-IT" altLang="en-US"/>
              <a:t>Secondo livello</a:t>
            </a:r>
          </a:p>
          <a:p>
            <a:pPr lvl="2"/>
            <a:r>
              <a:rPr lang="it-IT" altLang="en-US"/>
              <a:t>Terzo livello</a:t>
            </a:r>
          </a:p>
          <a:p>
            <a:pPr lvl="3"/>
            <a:r>
              <a:rPr lang="it-IT" altLang="en-US"/>
              <a:t>Quarto livello</a:t>
            </a:r>
          </a:p>
          <a:p>
            <a:pPr lvl="4"/>
            <a:r>
              <a:rPr lang="it-IT" altLang="en-US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2B8EB6A-5FB5-4B40-9330-A64454E9F6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7C7E50D-D7E5-4CD0-A45E-0F675BA13CCD}" type="datetimeFigureOut">
              <a:rPr lang="it-IT"/>
              <a:pPr>
                <a:defRPr/>
              </a:pPr>
              <a:t>18/02/2026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5D41C78-E1D3-684E-B703-19EF9F03B2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0E8585-511D-E448-B551-CFBFD5F27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757B366A-1F6B-4F97-9EBA-52137785D478}" type="slidenum">
              <a:rPr lang="it-IT" altLang="en-US"/>
              <a:pPr/>
              <a:t>‹#›</a:t>
            </a:fld>
            <a:endParaRPr lang="it-IT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magine 2">
            <a:extLst>
              <a:ext uri="{FF2B5EF4-FFF2-40B4-BE49-F238E27FC236}">
                <a16:creationId xmlns:a16="http://schemas.microsoft.com/office/drawing/2014/main" id="{69213D12-B24B-57DB-C869-88BF3C67E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361" y="423555"/>
            <a:ext cx="4248150" cy="185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tangolo 4">
            <a:extLst>
              <a:ext uri="{FF2B5EF4-FFF2-40B4-BE49-F238E27FC236}">
                <a16:creationId xmlns:a16="http://schemas.microsoft.com/office/drawing/2014/main" id="{3E2C7848-D0C0-9848-A987-4617A90B8B9B}"/>
              </a:ext>
            </a:extLst>
          </p:cNvPr>
          <p:cNvSpPr/>
          <p:nvPr/>
        </p:nvSpPr>
        <p:spPr>
          <a:xfrm>
            <a:off x="238374" y="2731413"/>
            <a:ext cx="5419725" cy="1938992"/>
          </a:xfrm>
          <a:prstGeom prst="rect">
            <a:avLst/>
          </a:prstGeom>
        </p:spPr>
        <p:txBody>
          <a:bodyPr lIns="91440" tIns="45720" rIns="91440" bIns="4572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it-IT" sz="4000" b="1" dirty="0">
                <a:solidFill>
                  <a:schemeClr val="bg2">
                    <a:lumMod val="25000"/>
                  </a:schemeClr>
                </a:solidFill>
                <a:highlight>
                  <a:srgbClr val="FFFFFF"/>
                </a:highlight>
                <a:latin typeface="+mn-lt"/>
              </a:rPr>
              <a:t>Generative AI use </a:t>
            </a:r>
            <a:r>
              <a:rPr lang="it-IT" sz="4000" b="1" dirty="0" err="1">
                <a:solidFill>
                  <a:schemeClr val="bg2">
                    <a:lumMod val="25000"/>
                  </a:schemeClr>
                </a:solidFill>
                <a:highlight>
                  <a:srgbClr val="FFFFFF"/>
                </a:highlight>
                <a:latin typeface="+mn-lt"/>
              </a:rPr>
              <a:t>cases</a:t>
            </a:r>
            <a:r>
              <a:rPr lang="it-IT" sz="4000" b="1" dirty="0">
                <a:solidFill>
                  <a:schemeClr val="bg2">
                    <a:lumMod val="25000"/>
                  </a:schemeClr>
                </a:solidFill>
                <a:highlight>
                  <a:srgbClr val="FFFFFF"/>
                </a:highlight>
                <a:latin typeface="+mn-lt"/>
              </a:rPr>
              <a:t>, project lifecycle, and model </a:t>
            </a:r>
            <a:r>
              <a:rPr lang="it-IT" sz="4000" b="1" dirty="0" err="1">
                <a:solidFill>
                  <a:schemeClr val="bg2">
                    <a:lumMod val="25000"/>
                  </a:schemeClr>
                </a:solidFill>
                <a:highlight>
                  <a:srgbClr val="FFFFFF"/>
                </a:highlight>
                <a:latin typeface="+mn-lt"/>
              </a:rPr>
              <a:t>pre</a:t>
            </a:r>
            <a:r>
              <a:rPr lang="it-IT" sz="4000" b="1" dirty="0">
                <a:solidFill>
                  <a:schemeClr val="bg2">
                    <a:lumMod val="25000"/>
                  </a:schemeClr>
                </a:solidFill>
                <a:highlight>
                  <a:srgbClr val="FFFFFF"/>
                </a:highlight>
                <a:latin typeface="+mn-lt"/>
              </a:rPr>
              <a:t>-training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A10E1290-DBDA-4C57-6AFF-B726B50ADFCB}"/>
              </a:ext>
            </a:extLst>
          </p:cNvPr>
          <p:cNvSpPr/>
          <p:nvPr/>
        </p:nvSpPr>
        <p:spPr>
          <a:xfrm>
            <a:off x="8630765" y="5802754"/>
            <a:ext cx="20330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Ing. Fabio Antonini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b="1" dirty="0">
              <a:solidFill>
                <a:schemeClr val="bg2">
                  <a:lumMod val="25000"/>
                </a:schemeClr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Software </a:t>
            </a:r>
            <a:r>
              <a:rPr lang="it-IT" b="1" dirty="0" err="1">
                <a:solidFill>
                  <a:schemeClr val="bg2">
                    <a:lumMod val="25000"/>
                  </a:schemeClr>
                </a:solidFill>
                <a:latin typeface="+mn-lt"/>
              </a:rPr>
              <a:t>Engineer</a:t>
            </a:r>
            <a:endParaRPr lang="it-IT" b="1" dirty="0">
              <a:solidFill>
                <a:schemeClr val="bg2">
                  <a:lumMod val="25000"/>
                </a:schemeClr>
              </a:solidFill>
              <a:latin typeface="+mn-lt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8ABD603-41E9-63A4-C1D3-722DC3FE7E8D}"/>
              </a:ext>
            </a:extLst>
          </p:cNvPr>
          <p:cNvSpPr txBox="1"/>
          <p:nvPr/>
        </p:nvSpPr>
        <p:spPr>
          <a:xfrm>
            <a:off x="233464" y="5872167"/>
            <a:ext cx="77918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400" b="1" i="0" dirty="0">
                <a:effectLst/>
              </a:rPr>
              <a:t>Introduction to Machine Learning for Engineers</a:t>
            </a:r>
          </a:p>
        </p:txBody>
      </p:sp>
      <p:pic>
        <p:nvPicPr>
          <p:cNvPr id="7" name="Immagine 6" descr="Immagine che contiene arte, dipinto, Arti visive&#10;&#10;Descrizione generata automaticamente">
            <a:extLst>
              <a:ext uri="{FF2B5EF4-FFF2-40B4-BE49-F238E27FC236}">
                <a16:creationId xmlns:a16="http://schemas.microsoft.com/office/drawing/2014/main" id="{A229D6F2-9BC5-0C6A-51FC-D452EB47D4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532" y="0"/>
            <a:ext cx="5674468" cy="56744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Immagine 4">
            <a:extLst>
              <a:ext uri="{FF2B5EF4-FFF2-40B4-BE49-F238E27FC236}">
                <a16:creationId xmlns:a16="http://schemas.microsoft.com/office/drawing/2014/main" id="{8BFCBC35-2CD6-C0FB-2798-740D16D14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3825" y="5956300"/>
            <a:ext cx="1962150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Immagine 6">
            <a:extLst>
              <a:ext uri="{FF2B5EF4-FFF2-40B4-BE49-F238E27FC236}">
                <a16:creationId xmlns:a16="http://schemas.microsoft.com/office/drawing/2014/main" id="{0ACC0B56-8E12-0AC7-1016-FE1CC344F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ADE6D2E4-3F9E-FC4E-A7AE-0830B603B4E1}"/>
              </a:ext>
            </a:extLst>
          </p:cNvPr>
          <p:cNvSpPr/>
          <p:nvPr/>
        </p:nvSpPr>
        <p:spPr>
          <a:xfrm>
            <a:off x="247650" y="147638"/>
            <a:ext cx="5418138" cy="70802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t-IT" sz="4000" b="1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Immagine 6">
            <a:extLst>
              <a:ext uri="{FF2B5EF4-FFF2-40B4-BE49-F238E27FC236}">
                <a16:creationId xmlns:a16="http://schemas.microsoft.com/office/drawing/2014/main" id="{13C7BAA4-A7EE-23B3-9A84-947E581AB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84425"/>
            <a:ext cx="12192000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Immagine 3">
            <a:extLst>
              <a:ext uri="{FF2B5EF4-FFF2-40B4-BE49-F238E27FC236}">
                <a16:creationId xmlns:a16="http://schemas.microsoft.com/office/drawing/2014/main" id="{506AC89F-8C01-8270-A4EB-2C73E8988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925" y="338138"/>
            <a:ext cx="4248150" cy="185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tangolo 1">
            <a:extLst>
              <a:ext uri="{FF2B5EF4-FFF2-40B4-BE49-F238E27FC236}">
                <a16:creationId xmlns:a16="http://schemas.microsoft.com/office/drawing/2014/main" id="{BA86C9DB-276E-B343-93B4-CF0F8AAB9FAA}"/>
              </a:ext>
            </a:extLst>
          </p:cNvPr>
          <p:cNvSpPr/>
          <p:nvPr/>
        </p:nvSpPr>
        <p:spPr>
          <a:xfrm>
            <a:off x="2802479" y="2997200"/>
            <a:ext cx="624424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t-IT" sz="4000" b="1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Thank </a:t>
            </a:r>
            <a:r>
              <a:rPr lang="it-IT" sz="4000" b="1" dirty="0" err="1">
                <a:solidFill>
                  <a:schemeClr val="bg2">
                    <a:lumMod val="25000"/>
                  </a:schemeClr>
                </a:solidFill>
                <a:latin typeface="+mn-lt"/>
              </a:rPr>
              <a:t>you</a:t>
            </a:r>
            <a:r>
              <a:rPr lang="it-IT" sz="4000" b="1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 for the </a:t>
            </a:r>
            <a:r>
              <a:rPr lang="it-IT" sz="4000" b="1" dirty="0" err="1">
                <a:solidFill>
                  <a:schemeClr val="bg2">
                    <a:lumMod val="25000"/>
                  </a:schemeClr>
                </a:solidFill>
                <a:latin typeface="+mn-lt"/>
              </a:rPr>
              <a:t>attention</a:t>
            </a:r>
            <a:endParaRPr lang="it-IT" sz="4000" b="1" dirty="0">
              <a:solidFill>
                <a:schemeClr val="bg2">
                  <a:lumMod val="25000"/>
                </a:schemeClr>
              </a:solidFill>
              <a:latin typeface="+mn-lt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DACEC17C-7993-8444-B375-1F210DB670D3}"/>
              </a:ext>
            </a:extLst>
          </p:cNvPr>
          <p:cNvSpPr/>
          <p:nvPr/>
        </p:nvSpPr>
        <p:spPr>
          <a:xfrm>
            <a:off x="704850" y="5202238"/>
            <a:ext cx="134938" cy="16557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>
              <a:noFill/>
            </a:endParaRP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CD01433D-FA1E-D972-F7A6-9875A018ADD5}"/>
              </a:ext>
            </a:extLst>
          </p:cNvPr>
          <p:cNvSpPr/>
          <p:nvPr/>
        </p:nvSpPr>
        <p:spPr>
          <a:xfrm>
            <a:off x="1071563" y="5429954"/>
            <a:ext cx="357950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Fabio Antonini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it-IT" dirty="0">
              <a:solidFill>
                <a:schemeClr val="bg2">
                  <a:lumMod val="25000"/>
                </a:schemeClr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Software </a:t>
            </a:r>
            <a:r>
              <a:rPr lang="it-IT" b="1" dirty="0" err="1">
                <a:solidFill>
                  <a:schemeClr val="bg2">
                    <a:lumMod val="25000"/>
                  </a:schemeClr>
                </a:solidFill>
                <a:latin typeface="+mn-lt"/>
              </a:rPr>
              <a:t>Engineer</a:t>
            </a:r>
            <a:endParaRPr lang="it-IT" b="1" dirty="0">
              <a:solidFill>
                <a:schemeClr val="bg2">
                  <a:lumMod val="25000"/>
                </a:schemeClr>
              </a:solidFill>
              <a:latin typeface="+mn-lt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 dirty="0">
                <a:solidFill>
                  <a:schemeClr val="bg2">
                    <a:lumMod val="25000"/>
                  </a:schemeClr>
                </a:solidFill>
                <a:latin typeface="+mn-lt"/>
              </a:rPr>
              <a:t>Fabio.antonini.1969@gmail.com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32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Tema di Office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Chiara Boscarol</dc:creator>
  <cp:lastModifiedBy>fabio antonini</cp:lastModifiedBy>
  <cp:revision>6</cp:revision>
  <dcterms:created xsi:type="dcterms:W3CDTF">2019-05-24T07:22:49Z</dcterms:created>
  <dcterms:modified xsi:type="dcterms:W3CDTF">2026-02-19T07:12:41Z</dcterms:modified>
</cp:coreProperties>
</file>